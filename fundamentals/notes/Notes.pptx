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7b5df14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7b5df14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4479ca5a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4479ca5a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479ca5a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4479ca5a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4479ca5a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4479ca5a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ce7d8d3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ce7d8d3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ce7d8d3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ce7d8d3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ce7d8d3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ce7d8d3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cfae2e2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cfae2e2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4479ca5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4479ca5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479ca5a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4479ca5a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4479ca5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4479ca5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cfae2e2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cfae2e2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cfae2e2e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cfae2e2e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cfae2e2e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cfae2e2e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cfae2e2e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cfae2e2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479ca5a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479ca5a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7b5df1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47b5df1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47b5df14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47b5df14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62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173450"/>
            <a:ext cx="8520600" cy="4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Topics Covered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KNN Model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Getting the data ready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Treating Missing Values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Outliers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Confusion Metrix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Accuracy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Precision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Recall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AUC Curve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Cross validation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Benchmark models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EDA techniques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1270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75" y="1270499"/>
            <a:ext cx="86296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65949"/>
            <a:ext cx="8839200" cy="1726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1644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67946"/>
            <a:ext cx="8839199" cy="194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000" y="3467388"/>
            <a:ext cx="9143999" cy="1676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95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10989"/>
            <a:ext cx="8839199" cy="1557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Prediction: Model response. TP out of TP+FP. For </a:t>
            </a:r>
            <a:r>
              <a:rPr lang="en"/>
              <a:t>unbalanced</a:t>
            </a:r>
            <a:r>
              <a:rPr lang="en"/>
              <a:t> dataset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Recall: TP out of TP+FN. Useful for disease detection. FN to be kept low. This is for </a:t>
            </a:r>
            <a:r>
              <a:rPr lang="en"/>
              <a:t>unbalanced</a:t>
            </a:r>
            <a:r>
              <a:rPr lang="en"/>
              <a:t> data 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Actual: Existing test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Accuracy: How many predictions are correct. Accuracy is for balanced dataset.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Decision boundary: </a:t>
            </a: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decision boundary</a:t>
            </a:r>
            <a:r>
              <a:rPr lang="en">
                <a:solidFill>
                  <a:schemeClr val="dk1"/>
                </a:solidFill>
              </a:rPr>
              <a:t> is the line or surface that separates different classes in a model’s feature space.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RMSE: This is an error matrix. To be kept low.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R2 Square: Calculate Model efficiency. To be High.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Hypothesis Testing: If there are less columns in a data set we go for hypothesis testing.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               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9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329175"/>
            <a:ext cx="85206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294300"/>
            <a:ext cx="9029700" cy="423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383325"/>
            <a:ext cx="8520600" cy="4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3325"/>
            <a:ext cx="9144001" cy="414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175"/>
            <a:ext cx="8520601" cy="184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79" y="1943075"/>
            <a:ext cx="81519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508603"/>
            <a:ext cx="9144000" cy="1634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305950"/>
            <a:ext cx="8520600" cy="42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502"/>
            <a:ext cx="9144001" cy="160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88905"/>
            <a:ext cx="9144001" cy="91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618429"/>
            <a:ext cx="9144001" cy="1459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2323726"/>
            <a:ext cx="9143999" cy="117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257775"/>
            <a:ext cx="8520600" cy="43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257775"/>
            <a:ext cx="791527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360425"/>
            <a:ext cx="1547249" cy="2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563" y="1737000"/>
            <a:ext cx="60674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88" y="3089550"/>
            <a:ext cx="869632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242550"/>
            <a:ext cx="8520600" cy="43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5625"/>
            <a:ext cx="9144000" cy="48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329175"/>
            <a:ext cx="85206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39" y="0"/>
            <a:ext cx="83863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242550"/>
            <a:ext cx="8520600" cy="43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2550"/>
            <a:ext cx="8520599" cy="49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8323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0"/>
            <a:ext cx="69917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0" y="514050"/>
            <a:ext cx="8520600" cy="16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4056"/>
            <a:ext cx="9144000" cy="1806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 txBox="1"/>
          <p:nvPr/>
        </p:nvSpPr>
        <p:spPr>
          <a:xfrm>
            <a:off x="231250" y="2233275"/>
            <a:ext cx="693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Mean - Impacted by outliers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Median - Centralized Value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 - Frequent value for categorical value.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01475"/>
            <a:ext cx="8258175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0582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/>
          <p:nvPr/>
        </p:nvSpPr>
        <p:spPr>
          <a:xfrm>
            <a:off x="303550" y="2426000"/>
            <a:ext cx="693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random_state=42</a:t>
            </a:r>
            <a:r>
              <a:rPr lang="en" sz="1100">
                <a:solidFill>
                  <a:schemeClr val="dk1"/>
                </a:solidFill>
              </a:rPr>
              <a:t> means the data will be split the </a:t>
            </a:r>
            <a:r>
              <a:rPr i="1" lang="en" sz="1100">
                <a:solidFill>
                  <a:schemeClr val="dk1"/>
                </a:solidFill>
              </a:rPr>
              <a:t>same way every 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31"/>
          <p:cNvSpPr txBox="1"/>
          <p:nvPr/>
        </p:nvSpPr>
        <p:spPr>
          <a:xfrm>
            <a:off x="156600" y="2939150"/>
            <a:ext cx="842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RandomForestRegressor</a:t>
            </a:r>
            <a:r>
              <a:rPr lang="en" sz="1100">
                <a:solidFill>
                  <a:schemeClr val="dk1"/>
                </a:solidFill>
              </a:rPr>
              <a:t> is an ensemble model that builds multiple decision trees and averages their predictions to predict continuous numerical values. It reduces overfitting compared to a single tree and works well on noisy or complex datasets.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
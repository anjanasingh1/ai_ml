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ce7d8d33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ce7d8d3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ce7d8d33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ce7d8d33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ce7d8d33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ce7d8d33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cfae2e2e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cfae2e2e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" type="subTitle"/>
          </p:nvPr>
        </p:nvSpPr>
        <p:spPr>
          <a:xfrm>
            <a:off x="311700" y="4627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ML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Definitions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Prediction: Model response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Actual: Existing test 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Accuracy: How many predictions are correct.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Decision boundary: </a:t>
            </a:r>
            <a:r>
              <a:rPr lang="en">
                <a:solidFill>
                  <a:schemeClr val="dk1"/>
                </a:solidFill>
              </a:rPr>
              <a:t>A </a:t>
            </a:r>
            <a:r>
              <a:rPr b="1" lang="en">
                <a:solidFill>
                  <a:schemeClr val="dk1"/>
                </a:solidFill>
              </a:rPr>
              <a:t>decision boundary</a:t>
            </a:r>
            <a:r>
              <a:rPr lang="en">
                <a:solidFill>
                  <a:schemeClr val="dk1"/>
                </a:solidFill>
              </a:rPr>
              <a:t> is the line or surface that separates different classes in a model’s feature space.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                 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Confusion Matrix</a:t>
            </a:r>
            <a:endParaRPr/>
          </a:p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52475"/>
            <a:ext cx="8520600" cy="394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329175"/>
            <a:ext cx="8520600" cy="42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50" y="294300"/>
            <a:ext cx="9029700" cy="423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383325"/>
            <a:ext cx="8520600" cy="4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9" name="Google Shape;7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83325"/>
            <a:ext cx="9144001" cy="4149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
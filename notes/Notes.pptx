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e7d8d3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ce7d8d3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e7d8d33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ce7d8d3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e7d8d3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e7d8d3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62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Prediction: Model response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Actual: Existing test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Accuracy: How many predictions are correct.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Decision boundary: </a:t>
            </a: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decision boundary</a:t>
            </a:r>
            <a:r>
              <a:rPr lang="en">
                <a:solidFill>
                  <a:schemeClr val="dk1"/>
                </a:solidFill>
              </a:rPr>
              <a:t> is the line or surface that separates different classes in a model’s feature space.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                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9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329175"/>
            <a:ext cx="8520600" cy="4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